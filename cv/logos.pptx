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438A5-5243-4B4E-BCC8-E46770008556}" v="162" dt="2025-07-25T09:35:15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33" d="100"/>
          <a:sy n="33" d="100"/>
        </p:scale>
        <p:origin x="1947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vier Chee Wezen" userId="f4a1f048-9f95-418a-a971-39b5b7b5cc85" providerId="ADAL" clId="{219438A5-5243-4B4E-BCC8-E46770008556}"/>
    <pc:docChg chg="modSld">
      <pc:chgData name="Xavier Chee Wezen" userId="f4a1f048-9f95-418a-a971-39b5b7b5cc85" providerId="ADAL" clId="{219438A5-5243-4B4E-BCC8-E46770008556}" dt="2025-07-25T09:35:15.163" v="162" actId="2085"/>
      <pc:docMkLst>
        <pc:docMk/>
      </pc:docMkLst>
      <pc:sldChg chg="addSp delSp modSp mod">
        <pc:chgData name="Xavier Chee Wezen" userId="f4a1f048-9f95-418a-a971-39b5b7b5cc85" providerId="ADAL" clId="{219438A5-5243-4B4E-BCC8-E46770008556}" dt="2025-07-25T09:35:15.163" v="162" actId="2085"/>
        <pc:sldMkLst>
          <pc:docMk/>
          <pc:sldMk cId="52616903" sldId="256"/>
        </pc:sldMkLst>
        <pc:spChg chg="add mod">
          <ac:chgData name="Xavier Chee Wezen" userId="f4a1f048-9f95-418a-a971-39b5b7b5cc85" providerId="ADAL" clId="{219438A5-5243-4B4E-BCC8-E46770008556}" dt="2025-07-25T09:35:01.603" v="159" actId="164"/>
          <ac:spMkLst>
            <pc:docMk/>
            <pc:sldMk cId="52616903" sldId="256"/>
            <ac:spMk id="3" creationId="{3133F995-5711-671B-2053-191362F321E0}"/>
          </ac:spMkLst>
        </pc:spChg>
        <pc:spChg chg="add mod">
          <ac:chgData name="Xavier Chee Wezen" userId="f4a1f048-9f95-418a-a971-39b5b7b5cc85" providerId="ADAL" clId="{219438A5-5243-4B4E-BCC8-E46770008556}" dt="2025-07-25T09:35:06.310" v="160" actId="164"/>
          <ac:spMkLst>
            <pc:docMk/>
            <pc:sldMk cId="52616903" sldId="256"/>
            <ac:spMk id="4" creationId="{EE17B8B5-6D15-0A59-A10F-E0479871097C}"/>
          </ac:spMkLst>
        </pc:spChg>
        <pc:spChg chg="mod">
          <ac:chgData name="Xavier Chee Wezen" userId="f4a1f048-9f95-418a-a971-39b5b7b5cc85" providerId="ADAL" clId="{219438A5-5243-4B4E-BCC8-E46770008556}" dt="2025-07-25T09:26:52.631" v="1" actId="1076"/>
          <ac:spMkLst>
            <pc:docMk/>
            <pc:sldMk cId="52616903" sldId="256"/>
            <ac:spMk id="14" creationId="{B4AB6FF8-32AA-74D2-01A3-B363CCCB8DCA}"/>
          </ac:spMkLst>
        </pc:spChg>
        <pc:spChg chg="mod">
          <ac:chgData name="Xavier Chee Wezen" userId="f4a1f048-9f95-418a-a971-39b5b7b5cc85" providerId="ADAL" clId="{219438A5-5243-4B4E-BCC8-E46770008556}" dt="2025-07-25T09:26:52.631" v="1" actId="1076"/>
          <ac:spMkLst>
            <pc:docMk/>
            <pc:sldMk cId="52616903" sldId="256"/>
            <ac:spMk id="15" creationId="{3946080B-3519-4D5B-59E3-44C22A2F90F8}"/>
          </ac:spMkLst>
        </pc:spChg>
        <pc:spChg chg="mod">
          <ac:chgData name="Xavier Chee Wezen" userId="f4a1f048-9f95-418a-a971-39b5b7b5cc85" providerId="ADAL" clId="{219438A5-5243-4B4E-BCC8-E46770008556}" dt="2025-07-25T09:26:52.631" v="1" actId="1076"/>
          <ac:spMkLst>
            <pc:docMk/>
            <pc:sldMk cId="52616903" sldId="256"/>
            <ac:spMk id="16" creationId="{E6EB0593-0E15-5587-36F8-BDB7EFEB156E}"/>
          </ac:spMkLst>
        </pc:spChg>
        <pc:spChg chg="add mod">
          <ac:chgData name="Xavier Chee Wezen" userId="f4a1f048-9f95-418a-a971-39b5b7b5cc85" providerId="ADAL" clId="{219438A5-5243-4B4E-BCC8-E46770008556}" dt="2025-07-25T09:35:10.242" v="161" actId="164"/>
          <ac:spMkLst>
            <pc:docMk/>
            <pc:sldMk cId="52616903" sldId="256"/>
            <ac:spMk id="21" creationId="{8576AACA-EF39-8CBF-2651-2E3229159C6F}"/>
          </ac:spMkLst>
        </pc:spChg>
        <pc:spChg chg="mod">
          <ac:chgData name="Xavier Chee Wezen" userId="f4a1f048-9f95-418a-a971-39b5b7b5cc85" providerId="ADAL" clId="{219438A5-5243-4B4E-BCC8-E46770008556}" dt="2025-07-25T09:26:52.631" v="1" actId="1076"/>
          <ac:spMkLst>
            <pc:docMk/>
            <pc:sldMk cId="52616903" sldId="256"/>
            <ac:spMk id="24" creationId="{68E58B9C-BF22-2463-174D-A7EE36ED5D9E}"/>
          </ac:spMkLst>
        </pc:spChg>
        <pc:grpChg chg="add mod">
          <ac:chgData name="Xavier Chee Wezen" userId="f4a1f048-9f95-418a-a971-39b5b7b5cc85" providerId="ADAL" clId="{219438A5-5243-4B4E-BCC8-E46770008556}" dt="2025-07-25T09:35:15.163" v="162" actId="2085"/>
          <ac:grpSpMkLst>
            <pc:docMk/>
            <pc:sldMk cId="52616903" sldId="256"/>
            <ac:grpSpMk id="26" creationId="{8FD02C87-6099-B190-0F8D-106EA59C8DBF}"/>
          </ac:grpSpMkLst>
        </pc:grpChg>
        <pc:grpChg chg="add mod">
          <ac:chgData name="Xavier Chee Wezen" userId="f4a1f048-9f95-418a-a971-39b5b7b5cc85" providerId="ADAL" clId="{219438A5-5243-4B4E-BCC8-E46770008556}" dt="2025-07-25T09:35:15.163" v="162" actId="2085"/>
          <ac:grpSpMkLst>
            <pc:docMk/>
            <pc:sldMk cId="52616903" sldId="256"/>
            <ac:grpSpMk id="27" creationId="{91520B96-EFC8-0FCD-1193-FA3C1DD6DCFC}"/>
          </ac:grpSpMkLst>
        </pc:grpChg>
        <pc:grpChg chg="add mod">
          <ac:chgData name="Xavier Chee Wezen" userId="f4a1f048-9f95-418a-a971-39b5b7b5cc85" providerId="ADAL" clId="{219438A5-5243-4B4E-BCC8-E46770008556}" dt="2025-07-25T09:35:15.163" v="162" actId="2085"/>
          <ac:grpSpMkLst>
            <pc:docMk/>
            <pc:sldMk cId="52616903" sldId="256"/>
            <ac:grpSpMk id="28" creationId="{3DDAE967-197E-D24A-CE29-9348D313B7E5}"/>
          </ac:grpSpMkLst>
        </pc:grpChg>
        <pc:picChg chg="add mod">
          <ac:chgData name="Xavier Chee Wezen" userId="f4a1f048-9f95-418a-a971-39b5b7b5cc85" providerId="ADAL" clId="{219438A5-5243-4B4E-BCC8-E46770008556}" dt="2025-07-25T09:35:01.603" v="159" actId="164"/>
          <ac:picMkLst>
            <pc:docMk/>
            <pc:sldMk cId="52616903" sldId="256"/>
            <ac:picMk id="2" creationId="{AED846C1-9958-2666-10E8-65E5938B807D}"/>
          </ac:picMkLst>
        </pc:picChg>
        <pc:picChg chg="mod">
          <ac:chgData name="Xavier Chee Wezen" userId="f4a1f048-9f95-418a-a971-39b5b7b5cc85" providerId="ADAL" clId="{219438A5-5243-4B4E-BCC8-E46770008556}" dt="2025-07-25T09:26:52.631" v="1" actId="1076"/>
          <ac:picMkLst>
            <pc:docMk/>
            <pc:sldMk cId="52616903" sldId="256"/>
            <ac:picMk id="5" creationId="{83D82A7F-190F-DFBC-0B1B-561025AF5E29}"/>
          </ac:picMkLst>
        </pc:picChg>
        <pc:picChg chg="add del mod">
          <ac:chgData name="Xavier Chee Wezen" userId="f4a1f048-9f95-418a-a971-39b5b7b5cc85" providerId="ADAL" clId="{219438A5-5243-4B4E-BCC8-E46770008556}" dt="2025-07-25T09:31:23.072" v="27" actId="478"/>
          <ac:picMkLst>
            <pc:docMk/>
            <pc:sldMk cId="52616903" sldId="256"/>
            <ac:picMk id="6" creationId="{D119D881-4F66-8C23-1AE8-BC04FC128F6D}"/>
          </ac:picMkLst>
        </pc:picChg>
        <pc:picChg chg="mod">
          <ac:chgData name="Xavier Chee Wezen" userId="f4a1f048-9f95-418a-a971-39b5b7b5cc85" providerId="ADAL" clId="{219438A5-5243-4B4E-BCC8-E46770008556}" dt="2025-07-25T09:26:52.631" v="1" actId="1076"/>
          <ac:picMkLst>
            <pc:docMk/>
            <pc:sldMk cId="52616903" sldId="256"/>
            <ac:picMk id="7" creationId="{D79911B3-18D4-6F93-EA32-5E61809FA0ED}"/>
          </ac:picMkLst>
        </pc:picChg>
        <pc:picChg chg="add mod">
          <ac:chgData name="Xavier Chee Wezen" userId="f4a1f048-9f95-418a-a971-39b5b7b5cc85" providerId="ADAL" clId="{219438A5-5243-4B4E-BCC8-E46770008556}" dt="2025-07-25T09:35:06.310" v="160" actId="164"/>
          <ac:picMkLst>
            <pc:docMk/>
            <pc:sldMk cId="52616903" sldId="256"/>
            <ac:picMk id="8" creationId="{740CD90D-15E7-7034-A86D-C1CB5F490C54}"/>
          </ac:picMkLst>
        </pc:picChg>
        <pc:picChg chg="mod">
          <ac:chgData name="Xavier Chee Wezen" userId="f4a1f048-9f95-418a-a971-39b5b7b5cc85" providerId="ADAL" clId="{219438A5-5243-4B4E-BCC8-E46770008556}" dt="2025-07-25T09:26:52.631" v="1" actId="1076"/>
          <ac:picMkLst>
            <pc:docMk/>
            <pc:sldMk cId="52616903" sldId="256"/>
            <ac:picMk id="10" creationId="{D52AD03D-1762-DAE7-5B40-59E554E58FEA}"/>
          </ac:picMkLst>
        </pc:picChg>
        <pc:picChg chg="mod">
          <ac:chgData name="Xavier Chee Wezen" userId="f4a1f048-9f95-418a-a971-39b5b7b5cc85" providerId="ADAL" clId="{219438A5-5243-4B4E-BCC8-E46770008556}" dt="2025-07-25T09:26:52.631" v="1" actId="1076"/>
          <ac:picMkLst>
            <pc:docMk/>
            <pc:sldMk cId="52616903" sldId="256"/>
            <ac:picMk id="11" creationId="{57B26216-DAAC-D2AF-929E-6031E110F7E5}"/>
          </ac:picMkLst>
        </pc:picChg>
        <pc:picChg chg="mod">
          <ac:chgData name="Xavier Chee Wezen" userId="f4a1f048-9f95-418a-a971-39b5b7b5cc85" providerId="ADAL" clId="{219438A5-5243-4B4E-BCC8-E46770008556}" dt="2025-07-25T09:26:52.631" v="1" actId="1076"/>
          <ac:picMkLst>
            <pc:docMk/>
            <pc:sldMk cId="52616903" sldId="256"/>
            <ac:picMk id="12" creationId="{4C587A2C-5619-B7D2-0D26-CA53073CB4A9}"/>
          </ac:picMkLst>
        </pc:picChg>
        <pc:picChg chg="add mod">
          <ac:chgData name="Xavier Chee Wezen" userId="f4a1f048-9f95-418a-a971-39b5b7b5cc85" providerId="ADAL" clId="{219438A5-5243-4B4E-BCC8-E46770008556}" dt="2025-07-25T09:35:06.310" v="160" actId="164"/>
          <ac:picMkLst>
            <pc:docMk/>
            <pc:sldMk cId="52616903" sldId="256"/>
            <ac:picMk id="13" creationId="{1FD38285-6F31-9FD2-DB95-897FBE476456}"/>
          </ac:picMkLst>
        </pc:picChg>
        <pc:picChg chg="add mod">
          <ac:chgData name="Xavier Chee Wezen" userId="f4a1f048-9f95-418a-a971-39b5b7b5cc85" providerId="ADAL" clId="{219438A5-5243-4B4E-BCC8-E46770008556}" dt="2025-07-25T09:35:01.603" v="159" actId="164"/>
          <ac:picMkLst>
            <pc:docMk/>
            <pc:sldMk cId="52616903" sldId="256"/>
            <ac:picMk id="20" creationId="{CF87A964-AC83-DE79-CEC5-0CE247D4D012}"/>
          </ac:picMkLst>
        </pc:picChg>
        <pc:picChg chg="add del mod">
          <ac:chgData name="Xavier Chee Wezen" userId="f4a1f048-9f95-418a-a971-39b5b7b5cc85" providerId="ADAL" clId="{219438A5-5243-4B4E-BCC8-E46770008556}" dt="2025-07-25T09:34:14.935" v="87" actId="478"/>
          <ac:picMkLst>
            <pc:docMk/>
            <pc:sldMk cId="52616903" sldId="256"/>
            <ac:picMk id="22" creationId="{6A62D1FE-9835-6F1C-E899-EF4B4EC6193F}"/>
          </ac:picMkLst>
        </pc:picChg>
        <pc:picChg chg="add del mod">
          <ac:chgData name="Xavier Chee Wezen" userId="f4a1f048-9f95-418a-a971-39b5b7b5cc85" providerId="ADAL" clId="{219438A5-5243-4B4E-BCC8-E46770008556}" dt="2025-07-25T09:34:15.444" v="88" actId="478"/>
          <ac:picMkLst>
            <pc:docMk/>
            <pc:sldMk cId="52616903" sldId="256"/>
            <ac:picMk id="23" creationId="{20DBE9D5-DF16-F6D8-6194-55BC0515DFAC}"/>
          </ac:picMkLst>
        </pc:picChg>
        <pc:picChg chg="mod">
          <ac:chgData name="Xavier Chee Wezen" userId="f4a1f048-9f95-418a-a971-39b5b7b5cc85" providerId="ADAL" clId="{219438A5-5243-4B4E-BCC8-E46770008556}" dt="2025-07-25T09:26:52.631" v="1" actId="1076"/>
          <ac:picMkLst>
            <pc:docMk/>
            <pc:sldMk cId="52616903" sldId="256"/>
            <ac:picMk id="1026" creationId="{85090F88-8873-9CE3-3F72-BECC05DDEDD2}"/>
          </ac:picMkLst>
        </pc:picChg>
        <pc:picChg chg="add mod">
          <ac:chgData name="Xavier Chee Wezen" userId="f4a1f048-9f95-418a-a971-39b5b7b5cc85" providerId="ADAL" clId="{219438A5-5243-4B4E-BCC8-E46770008556}" dt="2025-07-25T09:35:10.242" v="161" actId="164"/>
          <ac:picMkLst>
            <pc:docMk/>
            <pc:sldMk cId="52616903" sldId="256"/>
            <ac:picMk id="1030" creationId="{8881FF60-AD21-08D5-DDE3-9D495E96AE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E73D-056B-AC20-6C7A-06F43CB53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609AD-2A87-1D00-B799-367522DC5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109CC-671D-C3A0-FC9C-86B227D49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FCB54-0321-3A6A-B242-7ABE0C82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4E534-FB3D-69D5-B30A-97DB81C3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833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81B5-D63F-3258-FB05-55349AA6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98557-FBA9-9DEF-A502-6BE53C386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CF666-FA9F-255C-2910-203D9C761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39349-1388-34D5-D5A3-2672FECEF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898E4-7A10-73A9-0D85-AA909BDB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1475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ECC2-6AB7-ECB2-8109-A50CAD239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326F2-C805-D3B8-391E-A4003A4B3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F9CF3-7C49-C0DE-FE20-520348E0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2D04E-EDC0-8708-95E3-D60B3375D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C36F4-C349-8C14-C366-A55A0004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6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521F2-8D23-C194-C5D0-629C0D39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11C03-6A74-0608-ED9A-A2C87E0EF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094B2-A3C5-126D-EFB9-4F593AC7B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8417E-0D66-A953-96A2-F8C812A6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FA785-4F00-461D-CF98-B72A0ED3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91C67-665E-7EEC-C8C1-42EF2416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866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E5C8F-27CD-37E4-35A3-186E4503A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4E0B2-CD4D-AF21-0D6D-4B7E6C0DA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83C26-08BC-249E-D1DE-6207EDC97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AF906-9521-D344-92B9-C930914FB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66FF2-5749-1434-AA53-8CF8CDDDD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DC399-EE11-09A6-49C9-ADEF3F21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211B7D-598F-4781-6FF6-5CE503E0A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F47A9A-8346-38A3-996C-BCC750A0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0582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496C-E953-9738-8DE7-EE61B1D85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6CF19-E819-E68E-85E7-EE91D036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1D932-02F2-AF9B-5280-9E741D31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FEA61-DBF9-4255-60AC-5BCE7825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43571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F5F9B-19CA-284E-BE12-388FF83F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3EC201-A71F-0A2C-DB13-79610CD9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037F4-3ECD-8B84-E60F-3BA530659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632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387F-4A58-2F2A-F9DA-A71B77830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ABDE3-BE8D-149E-C28E-5B49F2C2C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EBAB3-263F-5C12-F538-1AFA73AD0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C9FA9-D2B3-9D04-A892-C9852DE7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E4D76-BE75-751E-779E-02D67A88D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D961A-B7B1-E565-7C8B-C7042B6A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233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457D9-D93E-562D-7A04-70E7AF9EC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2B42FC-3DD9-1B0E-9F30-9D23E1E8C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A63E7-741F-DD4D-F020-02CB2DA8E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AE94A-16A4-EC40-22F7-6901EF01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001C4-9B56-920C-B027-22AF738D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BEC3-C2E2-41AE-15DB-3F9B23CF2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089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C76D-D50A-AF1F-F502-07C3BC5C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95C2D-50F9-B124-BA38-8C3995AE4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63D44-678D-2F96-0F8F-1759AAFB3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EA5B3-775F-DF49-1F47-A0EF0B633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039DE-2C36-BAF5-9FAF-23B2541A1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752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B41741-F283-0DF1-6C06-A530EF75E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61AB6-AA1B-8298-1C86-BC9507626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676FD-3D51-1F9A-4499-9B4834B97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BEC05-9B53-61EB-C350-4B9A85AB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30E6-5DB6-EDB0-AEEB-5FE681BC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3719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858595-6C22-16F1-9665-095FC3AE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8B3B6-8BC5-1990-7F6F-CAD644EFF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20F78-DFFD-1C17-C85C-6F254A042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A3CFC-D427-4E60-9F5F-7089E3076824}" type="datetimeFigureOut">
              <a:rPr lang="en-SG" smtClean="0"/>
              <a:t>25/7/2025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F00BB-4007-FED4-B19E-9190D2C7C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4A718-84FD-99E3-3F6D-2186FA149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6C07E-5864-4EE5-BF90-F9519173DA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4976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1EA3108-42F8-26BD-ADAF-B9940687A50B}"/>
              </a:ext>
            </a:extLst>
          </p:cNvPr>
          <p:cNvGrpSpPr/>
          <p:nvPr/>
        </p:nvGrpSpPr>
        <p:grpSpPr>
          <a:xfrm>
            <a:off x="6204520" y="122612"/>
            <a:ext cx="2880000" cy="3240000"/>
            <a:chOff x="5956208" y="1140736"/>
            <a:chExt cx="2880000" cy="3240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AB6FF8-32AA-74D2-01A3-B363CCCB8DCA}"/>
                </a:ext>
              </a:extLst>
            </p:cNvPr>
            <p:cNvSpPr/>
            <p:nvPr/>
          </p:nvSpPr>
          <p:spPr>
            <a:xfrm>
              <a:off x="5956208" y="1140736"/>
              <a:ext cx="2880000" cy="32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7" name="Picture 6" descr="A logo with a lion and a shield&#10;&#10;AI-generated content may be incorrect.">
              <a:extLst>
                <a:ext uri="{FF2B5EF4-FFF2-40B4-BE49-F238E27FC236}">
                  <a16:creationId xmlns:a16="http://schemas.microsoft.com/office/drawing/2014/main" id="{D79911B3-18D4-6F93-EA32-5E61809FA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65" t="3358" r="30459" b="47621"/>
            <a:stretch>
              <a:fillRect/>
            </a:stretch>
          </p:blipFill>
          <p:spPr>
            <a:xfrm>
              <a:off x="6671458" y="1258621"/>
              <a:ext cx="1449500" cy="1856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pic>
          <p:nvPicPr>
            <p:cNvPr id="10" name="Picture 9" descr="A logo with a lion and a shield&#10;&#10;AI-generated content may be incorrect.">
              <a:extLst>
                <a:ext uri="{FF2B5EF4-FFF2-40B4-BE49-F238E27FC236}">
                  <a16:creationId xmlns:a16="http://schemas.microsoft.com/office/drawing/2014/main" id="{D52AD03D-1762-DAE7-5B40-59E554E58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127"/>
            <a:stretch>
              <a:fillRect/>
            </a:stretch>
          </p:blipFill>
          <p:spPr>
            <a:xfrm>
              <a:off x="6183688" y="3151724"/>
              <a:ext cx="2470175" cy="11825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FEAA94-4540-8AF2-6222-4F93309F84CE}"/>
              </a:ext>
            </a:extLst>
          </p:cNvPr>
          <p:cNvGrpSpPr/>
          <p:nvPr/>
        </p:nvGrpSpPr>
        <p:grpSpPr>
          <a:xfrm>
            <a:off x="2995336" y="122612"/>
            <a:ext cx="2880000" cy="3240000"/>
            <a:chOff x="2747024" y="1140736"/>
            <a:chExt cx="2880000" cy="3240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46080B-3519-4D5B-59E3-44C22A2F90F8}"/>
                </a:ext>
              </a:extLst>
            </p:cNvPr>
            <p:cNvSpPr/>
            <p:nvPr/>
          </p:nvSpPr>
          <p:spPr>
            <a:xfrm>
              <a:off x="2747024" y="1140736"/>
              <a:ext cx="2880000" cy="32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5" name="Picture 4" descr="A logo of a school&#10;&#10;AI-generated content may be incorrect.">
              <a:extLst>
                <a:ext uri="{FF2B5EF4-FFF2-40B4-BE49-F238E27FC236}">
                  <a16:creationId xmlns:a16="http://schemas.microsoft.com/office/drawing/2014/main" id="{83D82A7F-190F-DFBC-0B1B-561025AF5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004"/>
            <a:stretch>
              <a:fillRect/>
            </a:stretch>
          </p:blipFill>
          <p:spPr>
            <a:xfrm>
              <a:off x="2987090" y="1140736"/>
              <a:ext cx="2391774" cy="19217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pic>
          <p:nvPicPr>
            <p:cNvPr id="11" name="Picture 10" descr="A logo of a school&#10;&#10;AI-generated content may be incorrect.">
              <a:extLst>
                <a:ext uri="{FF2B5EF4-FFF2-40B4-BE49-F238E27FC236}">
                  <a16:creationId xmlns:a16="http://schemas.microsoft.com/office/drawing/2014/main" id="{57B26216-DAAC-D2AF-929E-6031E110F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144"/>
            <a:stretch>
              <a:fillRect/>
            </a:stretch>
          </p:blipFill>
          <p:spPr>
            <a:xfrm>
              <a:off x="2875905" y="3151724"/>
              <a:ext cx="2614143" cy="9531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6C4B12-3E42-188C-B9E1-C0D818E2384D}"/>
              </a:ext>
            </a:extLst>
          </p:cNvPr>
          <p:cNvGrpSpPr/>
          <p:nvPr/>
        </p:nvGrpSpPr>
        <p:grpSpPr>
          <a:xfrm>
            <a:off x="9312000" y="122612"/>
            <a:ext cx="2880000" cy="3240000"/>
            <a:chOff x="9063688" y="1140736"/>
            <a:chExt cx="2880000" cy="3240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EB0593-0E15-5587-36F8-BDB7EFEB156E}"/>
                </a:ext>
              </a:extLst>
            </p:cNvPr>
            <p:cNvSpPr/>
            <p:nvPr/>
          </p:nvSpPr>
          <p:spPr>
            <a:xfrm>
              <a:off x="9063688" y="1140736"/>
              <a:ext cx="2880000" cy="32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9" name="Picture 8" descr="A logo of a university&#10;&#10;AI-generated content may be incorrect.">
              <a:extLst>
                <a:ext uri="{FF2B5EF4-FFF2-40B4-BE49-F238E27FC236}">
                  <a16:creationId xmlns:a16="http://schemas.microsoft.com/office/drawing/2014/main" id="{C0B509A1-2AB9-3A68-CE4D-9CADEDD26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998"/>
            <a:stretch>
              <a:fillRect/>
            </a:stretch>
          </p:blipFill>
          <p:spPr>
            <a:xfrm>
              <a:off x="9422152" y="3133617"/>
              <a:ext cx="2232098" cy="877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pic>
          <p:nvPicPr>
            <p:cNvPr id="12" name="Picture 11" descr="A logo of a university&#10;&#10;AI-generated content may be incorrect.">
              <a:extLst>
                <a:ext uri="{FF2B5EF4-FFF2-40B4-BE49-F238E27FC236}">
                  <a16:creationId xmlns:a16="http://schemas.microsoft.com/office/drawing/2014/main" id="{4C587A2C-5619-B7D2-0D26-CA53073CB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86" r="22572" b="43237"/>
            <a:stretch>
              <a:fillRect/>
            </a:stretch>
          </p:blipFill>
          <p:spPr>
            <a:xfrm>
              <a:off x="9702245" y="1302510"/>
              <a:ext cx="1732283" cy="17599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3F37F5E-D678-A8DE-09A9-4F8F23569B31}"/>
              </a:ext>
            </a:extLst>
          </p:cNvPr>
          <p:cNvGrpSpPr/>
          <p:nvPr/>
        </p:nvGrpSpPr>
        <p:grpSpPr>
          <a:xfrm>
            <a:off x="50896" y="0"/>
            <a:ext cx="2880000" cy="3316161"/>
            <a:chOff x="-197416" y="1018124"/>
            <a:chExt cx="2880000" cy="331616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8E58B9C-BF22-2463-174D-A7EE36ED5D9E}"/>
                </a:ext>
              </a:extLst>
            </p:cNvPr>
            <p:cNvSpPr/>
            <p:nvPr/>
          </p:nvSpPr>
          <p:spPr>
            <a:xfrm>
              <a:off x="-197416" y="1094285"/>
              <a:ext cx="2880000" cy="32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1026" name="Picture 2" descr="Ngee Ann Polytechnic">
              <a:extLst>
                <a:ext uri="{FF2B5EF4-FFF2-40B4-BE49-F238E27FC236}">
                  <a16:creationId xmlns:a16="http://schemas.microsoft.com/office/drawing/2014/main" id="{85090F88-8873-9CE3-3F72-BECC05DDED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492" y="1018124"/>
              <a:ext cx="2044348" cy="2044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School profile page | MOE">
              <a:extLst>
                <a:ext uri="{FF2B5EF4-FFF2-40B4-BE49-F238E27FC236}">
                  <a16:creationId xmlns:a16="http://schemas.microsoft.com/office/drawing/2014/main" id="{B52B8AC7-41F2-3256-E794-1963B0CE72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2" t="11294" r="23464" b="8735"/>
            <a:stretch>
              <a:fillRect/>
            </a:stretch>
          </p:blipFill>
          <p:spPr bwMode="auto">
            <a:xfrm>
              <a:off x="227492" y="3205436"/>
              <a:ext cx="1784667" cy="5375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1520B96-EFC8-0FCD-1193-FA3C1DD6DCFC}"/>
              </a:ext>
            </a:extLst>
          </p:cNvPr>
          <p:cNvGrpSpPr/>
          <p:nvPr/>
        </p:nvGrpSpPr>
        <p:grpSpPr>
          <a:xfrm>
            <a:off x="3124217" y="3765231"/>
            <a:ext cx="2880000" cy="3240000"/>
            <a:chOff x="3124217" y="3765231"/>
            <a:chExt cx="2880000" cy="324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E17B8B5-6D15-0A59-A10F-E0479871097C}"/>
                </a:ext>
              </a:extLst>
            </p:cNvPr>
            <p:cNvSpPr/>
            <p:nvPr/>
          </p:nvSpPr>
          <p:spPr>
            <a:xfrm>
              <a:off x="3124217" y="3765231"/>
              <a:ext cx="2880000" cy="32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8" name="Picture 4" descr="QUT Logo and symbol, meaning, history, PNG, brand">
              <a:extLst>
                <a:ext uri="{FF2B5EF4-FFF2-40B4-BE49-F238E27FC236}">
                  <a16:creationId xmlns:a16="http://schemas.microsoft.com/office/drawing/2014/main" id="{740CD90D-15E7-7034-A86D-C1CB5F490C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6" t="21587" r="65363" b="21058"/>
            <a:stretch>
              <a:fillRect/>
            </a:stretch>
          </p:blipFill>
          <p:spPr bwMode="auto">
            <a:xfrm>
              <a:off x="3675169" y="3968252"/>
              <a:ext cx="1778096" cy="176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QUT Logo and symbol, meaning, history, PNG, brand">
              <a:extLst>
                <a:ext uri="{FF2B5EF4-FFF2-40B4-BE49-F238E27FC236}">
                  <a16:creationId xmlns:a16="http://schemas.microsoft.com/office/drawing/2014/main" id="{1FD38285-6F31-9FD2-DB95-897FBE4764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37" t="21587" r="2277" b="21058"/>
            <a:stretch>
              <a:fillRect/>
            </a:stretch>
          </p:blipFill>
          <p:spPr bwMode="auto">
            <a:xfrm>
              <a:off x="3479812" y="5718055"/>
              <a:ext cx="2323336" cy="1188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FD02C87-6099-B190-0F8D-106EA59C8DBF}"/>
              </a:ext>
            </a:extLst>
          </p:cNvPr>
          <p:cNvGrpSpPr/>
          <p:nvPr/>
        </p:nvGrpSpPr>
        <p:grpSpPr>
          <a:xfrm>
            <a:off x="0" y="3753301"/>
            <a:ext cx="3036185" cy="3240000"/>
            <a:chOff x="0" y="3753301"/>
            <a:chExt cx="3036185" cy="3240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133F995-5711-671B-2053-191362F321E0}"/>
                </a:ext>
              </a:extLst>
            </p:cNvPr>
            <p:cNvSpPr/>
            <p:nvPr/>
          </p:nvSpPr>
          <p:spPr>
            <a:xfrm>
              <a:off x="0" y="3753301"/>
              <a:ext cx="2880000" cy="32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2" name="Picture 2" descr="National University Health System - NUHS">
              <a:extLst>
                <a:ext uri="{FF2B5EF4-FFF2-40B4-BE49-F238E27FC236}">
                  <a16:creationId xmlns:a16="http://schemas.microsoft.com/office/drawing/2014/main" id="{AED846C1-9958-2666-10E8-65E5938B80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84" t="21552" r="13641" b="40869"/>
            <a:stretch>
              <a:fillRect/>
            </a:stretch>
          </p:blipFill>
          <p:spPr bwMode="auto">
            <a:xfrm>
              <a:off x="56839" y="3968251"/>
              <a:ext cx="2769630" cy="1405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National University Health System - NUHS">
              <a:extLst>
                <a:ext uri="{FF2B5EF4-FFF2-40B4-BE49-F238E27FC236}">
                  <a16:creationId xmlns:a16="http://schemas.microsoft.com/office/drawing/2014/main" id="{CF87A964-AC83-DE79-CEC5-0CE247D4D0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84" t="57983" r="13641" b="23428"/>
            <a:stretch>
              <a:fillRect/>
            </a:stretch>
          </p:blipFill>
          <p:spPr bwMode="auto">
            <a:xfrm>
              <a:off x="23695" y="5368130"/>
              <a:ext cx="3012490" cy="75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DDAE967-197E-D24A-CE29-9348D313B7E5}"/>
              </a:ext>
            </a:extLst>
          </p:cNvPr>
          <p:cNvGrpSpPr/>
          <p:nvPr/>
        </p:nvGrpSpPr>
        <p:grpSpPr>
          <a:xfrm>
            <a:off x="6248434" y="3753301"/>
            <a:ext cx="2880000" cy="3240000"/>
            <a:chOff x="6248434" y="3753301"/>
            <a:chExt cx="2880000" cy="3240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76AACA-EF39-8CBF-2651-2E3229159C6F}"/>
                </a:ext>
              </a:extLst>
            </p:cNvPr>
            <p:cNvSpPr/>
            <p:nvPr/>
          </p:nvSpPr>
          <p:spPr>
            <a:xfrm>
              <a:off x="6248434" y="3753301"/>
              <a:ext cx="2880000" cy="32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1030" name="Picture 6" descr="Jamieson Trauma Institute | LinkedIn">
              <a:extLst>
                <a:ext uri="{FF2B5EF4-FFF2-40B4-BE49-F238E27FC236}">
                  <a16:creationId xmlns:a16="http://schemas.microsoft.com/office/drawing/2014/main" id="{8881FF60-AD21-08D5-DDE3-9D495E96A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1216" y="4011685"/>
              <a:ext cx="1656000" cy="165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2616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Chee Wezen</dc:creator>
  <cp:lastModifiedBy>Xavier Chee Wezen</cp:lastModifiedBy>
  <cp:revision>1</cp:revision>
  <dcterms:created xsi:type="dcterms:W3CDTF">2025-07-10T23:54:45Z</dcterms:created>
  <dcterms:modified xsi:type="dcterms:W3CDTF">2025-07-25T09:35:19Z</dcterms:modified>
</cp:coreProperties>
</file>